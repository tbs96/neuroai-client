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99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ubTitle"/>
          </p:nvPr>
        </p:nvSpPr>
        <p:spPr>
          <a:xfrm>
            <a:off x="1303920" y="1990080"/>
            <a:ext cx="7030080" cy="254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2F90FCC-34AC-443C-B927-8C7B4E6897B2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3D293AF-AE3E-472C-B429-3BAEAC76F103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7F765D-C006-4D27-AE19-09C2B202D106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1AD1728-CC80-4565-B11C-73E9C572A90D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99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1303920" y="1990080"/>
            <a:ext cx="7030080" cy="254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C000478-0443-46E9-8114-323D46670891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99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1303920" y="1990080"/>
            <a:ext cx="3430440" cy="254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4906440" y="1990080"/>
            <a:ext cx="3430440" cy="254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157745-F5CF-4840-B571-FB9086D6F2E9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99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77904332-9E05-49EE-BE6E-0403138C3DB0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2188F39-DD87-403D-8B94-A17606253DAD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9B511C2-9E3A-4632-9529-AA5178BBB5BF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66714B7-0E1A-4A63-A9C2-7B9745964006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59B8BC5-C94D-47FF-9A23-33FCC5423B49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10;p2"/>
          <p:cNvGrpSpPr/>
          <p:nvPr/>
        </p:nvGrpSpPr>
        <p:grpSpPr>
          <a:xfrm>
            <a:off x="7342920" y="3409560"/>
            <a:ext cx="1691280" cy="1732320"/>
            <a:chOff x="7342920" y="3409560"/>
            <a:chExt cx="1691280" cy="1732320"/>
          </a:xfrm>
        </p:grpSpPr>
        <p:grpSp>
          <p:nvGrpSpPr>
            <p:cNvPr id="1" name="Google Shape;11;p2"/>
            <p:cNvGrpSpPr/>
            <p:nvPr/>
          </p:nvGrpSpPr>
          <p:grpSpPr>
            <a:xfrm>
              <a:off x="7342920" y="4453560"/>
              <a:ext cx="316440" cy="688320"/>
              <a:chOff x="7342920" y="4453560"/>
              <a:chExt cx="316440" cy="688320"/>
            </a:xfrm>
          </p:grpSpPr>
          <p:sp>
            <p:nvSpPr>
              <p:cNvPr id="2" name="Google Shape;12;p2"/>
              <p:cNvSpPr/>
              <p:nvPr/>
            </p:nvSpPr>
            <p:spPr>
              <a:xfrm>
                <a:off x="7342920" y="4453560"/>
                <a:ext cx="316440" cy="6883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" name="Google Shape;13;p2"/>
              <p:cNvSpPr/>
              <p:nvPr/>
            </p:nvSpPr>
            <p:spPr>
              <a:xfrm>
                <a:off x="7342920" y="4801680"/>
                <a:ext cx="316440" cy="340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4" name="Google Shape;14;p2"/>
            <p:cNvGrpSpPr/>
            <p:nvPr/>
          </p:nvGrpSpPr>
          <p:grpSpPr>
            <a:xfrm>
              <a:off x="7801200" y="4105800"/>
              <a:ext cx="316440" cy="1036080"/>
              <a:chOff x="7801200" y="4105800"/>
              <a:chExt cx="316440" cy="1036080"/>
            </a:xfrm>
          </p:grpSpPr>
          <p:sp>
            <p:nvSpPr>
              <p:cNvPr id="5" name="Google Shape;15;p2"/>
              <p:cNvSpPr/>
              <p:nvPr/>
            </p:nvSpPr>
            <p:spPr>
              <a:xfrm>
                <a:off x="7801200" y="4453560"/>
                <a:ext cx="316440" cy="6883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" name="Google Shape;16;p2"/>
              <p:cNvSpPr/>
              <p:nvPr/>
            </p:nvSpPr>
            <p:spPr>
              <a:xfrm>
                <a:off x="7801200" y="4105800"/>
                <a:ext cx="316440" cy="1036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" name="Google Shape;17;p2"/>
              <p:cNvSpPr/>
              <p:nvPr/>
            </p:nvSpPr>
            <p:spPr>
              <a:xfrm>
                <a:off x="7801200" y="4801680"/>
                <a:ext cx="316440" cy="340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8" name="Google Shape;18;p2"/>
            <p:cNvGrpSpPr/>
            <p:nvPr/>
          </p:nvGrpSpPr>
          <p:grpSpPr>
            <a:xfrm>
              <a:off x="8259480" y="3757680"/>
              <a:ext cx="316440" cy="1384200"/>
              <a:chOff x="8259480" y="3757680"/>
              <a:chExt cx="316440" cy="1384200"/>
            </a:xfrm>
          </p:grpSpPr>
          <p:sp>
            <p:nvSpPr>
              <p:cNvPr id="9" name="Google Shape;19;p2"/>
              <p:cNvSpPr/>
              <p:nvPr/>
            </p:nvSpPr>
            <p:spPr>
              <a:xfrm>
                <a:off x="8259480" y="4453560"/>
                <a:ext cx="316440" cy="6883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" name="Google Shape;20;p2"/>
              <p:cNvSpPr/>
              <p:nvPr/>
            </p:nvSpPr>
            <p:spPr>
              <a:xfrm>
                <a:off x="8259480" y="3757680"/>
                <a:ext cx="316440" cy="1384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" name="Google Shape;21;p2"/>
              <p:cNvSpPr/>
              <p:nvPr/>
            </p:nvSpPr>
            <p:spPr>
              <a:xfrm>
                <a:off x="8259480" y="4105800"/>
                <a:ext cx="316440" cy="1036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" name="Google Shape;22;p2"/>
              <p:cNvSpPr/>
              <p:nvPr/>
            </p:nvSpPr>
            <p:spPr>
              <a:xfrm>
                <a:off x="8259480" y="4801680"/>
                <a:ext cx="316440" cy="340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3" name="Google Shape;23;p2"/>
            <p:cNvGrpSpPr/>
            <p:nvPr/>
          </p:nvGrpSpPr>
          <p:grpSpPr>
            <a:xfrm>
              <a:off x="8717760" y="3409560"/>
              <a:ext cx="316440" cy="1732320"/>
              <a:chOff x="8717760" y="3409560"/>
              <a:chExt cx="316440" cy="1732320"/>
            </a:xfrm>
          </p:grpSpPr>
          <p:sp>
            <p:nvSpPr>
              <p:cNvPr id="14" name="Google Shape;24;p2"/>
              <p:cNvSpPr/>
              <p:nvPr/>
            </p:nvSpPr>
            <p:spPr>
              <a:xfrm>
                <a:off x="8717760" y="4453560"/>
                <a:ext cx="316440" cy="6883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" name="Google Shape;25;p2"/>
              <p:cNvSpPr/>
              <p:nvPr/>
            </p:nvSpPr>
            <p:spPr>
              <a:xfrm>
                <a:off x="8717760" y="3757680"/>
                <a:ext cx="316440" cy="1384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" name="Google Shape;26;p2"/>
              <p:cNvSpPr/>
              <p:nvPr/>
            </p:nvSpPr>
            <p:spPr>
              <a:xfrm>
                <a:off x="8717760" y="4105800"/>
                <a:ext cx="316440" cy="1036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" name="Google Shape;27;p2"/>
              <p:cNvSpPr/>
              <p:nvPr/>
            </p:nvSpPr>
            <p:spPr>
              <a:xfrm>
                <a:off x="8717760" y="3409560"/>
                <a:ext cx="316440" cy="17323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" name="Google Shape;28;p2"/>
              <p:cNvSpPr/>
              <p:nvPr/>
            </p:nvSpPr>
            <p:spPr>
              <a:xfrm>
                <a:off x="8717760" y="4801680"/>
                <a:ext cx="316440" cy="340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grpSp>
        <p:nvGrpSpPr>
          <p:cNvPr id="19" name="Google Shape;29;p2"/>
          <p:cNvGrpSpPr/>
          <p:nvPr/>
        </p:nvGrpSpPr>
        <p:grpSpPr>
          <a:xfrm>
            <a:off x="5043600" y="0"/>
            <a:ext cx="3813840" cy="3839040"/>
            <a:chOff x="5043600" y="0"/>
            <a:chExt cx="3813840" cy="3839040"/>
          </a:xfrm>
        </p:grpSpPr>
        <p:sp>
          <p:nvSpPr>
            <p:cNvPr id="20" name="Google Shape;30;p2"/>
            <p:cNvSpPr/>
            <p:nvPr/>
          </p:nvSpPr>
          <p:spPr>
            <a:xfrm>
              <a:off x="8461080" y="1817640"/>
              <a:ext cx="396360" cy="396360"/>
            </a:xfrm>
            <a:prstGeom prst="ellipse">
              <a:avLst/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" name="Google Shape;31;p2"/>
            <p:cNvSpPr/>
            <p:nvPr/>
          </p:nvSpPr>
          <p:spPr>
            <a:xfrm rot="11769600">
              <a:off x="6470280" y="3480840"/>
              <a:ext cx="319680" cy="319680"/>
            </a:xfrm>
            <a:prstGeom prst="ellipse">
              <a:avLst/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2" name="Google Shape;32;p2"/>
            <p:cNvGrpSpPr/>
            <p:nvPr/>
          </p:nvGrpSpPr>
          <p:grpSpPr>
            <a:xfrm>
              <a:off x="7648200" y="2704320"/>
              <a:ext cx="634680" cy="634680"/>
              <a:chOff x="7648200" y="2704320"/>
              <a:chExt cx="634680" cy="634680"/>
            </a:xfrm>
          </p:grpSpPr>
          <p:sp>
            <p:nvSpPr>
              <p:cNvPr id="23" name="Google Shape;33;p2"/>
              <p:cNvSpPr/>
              <p:nvPr/>
            </p:nvSpPr>
            <p:spPr>
              <a:xfrm rot="5400000">
                <a:off x="7648200" y="2704320"/>
                <a:ext cx="634680" cy="634680"/>
              </a:xfrm>
              <a:prstGeom prst="ellipse">
                <a:avLst/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" name="Google Shape;34;p2"/>
              <p:cNvSpPr/>
              <p:nvPr/>
            </p:nvSpPr>
            <p:spPr>
              <a:xfrm rot="5400000">
                <a:off x="7648200" y="2704320"/>
                <a:ext cx="634680" cy="63468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" name="Google Shape;35;p2"/>
              <p:cNvSpPr/>
              <p:nvPr/>
            </p:nvSpPr>
            <p:spPr>
              <a:xfrm rot="5400000">
                <a:off x="7768800" y="2824920"/>
                <a:ext cx="393840" cy="393840"/>
              </a:xfrm>
              <a:prstGeom prst="ellipse">
                <a:avLst/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26" name="Google Shape;36;p2"/>
            <p:cNvSpPr/>
            <p:nvPr/>
          </p:nvSpPr>
          <p:spPr>
            <a:xfrm>
              <a:off x="8461080" y="1817640"/>
              <a:ext cx="396360" cy="39636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7" name="Google Shape;37;p2"/>
            <p:cNvGrpSpPr/>
            <p:nvPr/>
          </p:nvGrpSpPr>
          <p:grpSpPr>
            <a:xfrm>
              <a:off x="7952760" y="179640"/>
              <a:ext cx="872640" cy="872640"/>
              <a:chOff x="7952760" y="179640"/>
              <a:chExt cx="872640" cy="872640"/>
            </a:xfrm>
          </p:grpSpPr>
          <p:sp>
            <p:nvSpPr>
              <p:cNvPr id="28" name="Google Shape;38;p2"/>
              <p:cNvSpPr/>
              <p:nvPr/>
            </p:nvSpPr>
            <p:spPr>
              <a:xfrm rot="12952800">
                <a:off x="8076600" y="303120"/>
                <a:ext cx="624960" cy="624960"/>
              </a:xfrm>
              <a:prstGeom prst="ellipse">
                <a:avLst/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9" name="Google Shape;39;p2"/>
              <p:cNvSpPr/>
              <p:nvPr/>
            </p:nvSpPr>
            <p:spPr>
              <a:xfrm rot="12952800">
                <a:off x="8076600" y="303120"/>
                <a:ext cx="624960" cy="624960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30" name="Google Shape;40;p2"/>
            <p:cNvSpPr/>
            <p:nvPr/>
          </p:nvSpPr>
          <p:spPr>
            <a:xfrm>
              <a:off x="5400000" y="356400"/>
              <a:ext cx="2576520" cy="2576520"/>
            </a:xfrm>
            <a:prstGeom prst="ellipse">
              <a:avLst/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" name="Google Shape;41;p2"/>
            <p:cNvSpPr/>
            <p:nvPr/>
          </p:nvSpPr>
          <p:spPr>
            <a:xfrm rot="2043600">
              <a:off x="5503680" y="460080"/>
              <a:ext cx="2369160" cy="2369160"/>
            </a:xfrm>
            <a:prstGeom prst="ellipse">
              <a:avLst/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" name="Google Shape;42;p2"/>
            <p:cNvSpPr/>
            <p:nvPr/>
          </p:nvSpPr>
          <p:spPr>
            <a:xfrm>
              <a:off x="5399640" y="360360"/>
              <a:ext cx="2576520" cy="257652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" name="Google Shape;43;p2"/>
            <p:cNvSpPr/>
            <p:nvPr/>
          </p:nvSpPr>
          <p:spPr>
            <a:xfrm rot="2044800">
              <a:off x="5911560" y="867600"/>
              <a:ext cx="1553760" cy="1553760"/>
            </a:xfrm>
            <a:prstGeom prst="ellipse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" name="Google Shape;44;p2"/>
            <p:cNvSpPr/>
            <p:nvPr/>
          </p:nvSpPr>
          <p:spPr>
            <a:xfrm>
              <a:off x="5399640" y="356400"/>
              <a:ext cx="2576520" cy="257652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" name="Google Shape;45;p2"/>
            <p:cNvSpPr/>
            <p:nvPr/>
          </p:nvSpPr>
          <p:spPr>
            <a:xfrm rot="11769600">
              <a:off x="6470280" y="3480840"/>
              <a:ext cx="319680" cy="31968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24040" y="1613880"/>
            <a:ext cx="4255200" cy="187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IN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1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900" spc="-1" strike="noStrike">
                <a:solidFill>
                  <a:schemeClr val="lt1"/>
                </a:solidFill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DBFC0B-7A29-4EA0-B3F2-FC7D0D638C6A}" type="slidenum">
              <a:rPr b="0" lang="en" sz="900" spc="-1" strike="noStrike">
                <a:solidFill>
                  <a:schemeClr val="lt1"/>
                </a:solidFill>
                <a:latin typeface="Nunito"/>
                <a:ea typeface="Nunito"/>
              </a:rPr>
              <a:t>&lt;number&gt;</a:t>
            </a:fld>
            <a:endParaRPr b="0" lang="en-IN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142;p11"/>
          <p:cNvGrpSpPr/>
          <p:nvPr/>
        </p:nvGrpSpPr>
        <p:grpSpPr>
          <a:xfrm>
            <a:off x="0" y="4099320"/>
            <a:ext cx="9143640" cy="1044000"/>
            <a:chOff x="0" y="4099320"/>
            <a:chExt cx="9143640" cy="1044000"/>
          </a:xfrm>
        </p:grpSpPr>
        <p:grpSp>
          <p:nvGrpSpPr>
            <p:cNvPr id="42" name="Google Shape;143;p11"/>
            <p:cNvGrpSpPr/>
            <p:nvPr/>
          </p:nvGrpSpPr>
          <p:grpSpPr>
            <a:xfrm>
              <a:off x="0" y="4309200"/>
              <a:ext cx="231120" cy="834120"/>
              <a:chOff x="0" y="4309200"/>
              <a:chExt cx="231120" cy="834120"/>
            </a:xfrm>
          </p:grpSpPr>
          <p:sp>
            <p:nvSpPr>
              <p:cNvPr id="43" name="Google Shape;144;p11"/>
              <p:cNvSpPr/>
              <p:nvPr/>
            </p:nvSpPr>
            <p:spPr>
              <a:xfrm flipH="1">
                <a:off x="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4" name="Google Shape;145;p11"/>
              <p:cNvSpPr/>
              <p:nvPr/>
            </p:nvSpPr>
            <p:spPr>
              <a:xfrm flipH="1">
                <a:off x="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" name="Google Shape;146;p11"/>
              <p:cNvSpPr/>
              <p:nvPr/>
            </p:nvSpPr>
            <p:spPr>
              <a:xfrm flipH="1">
                <a:off x="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" name="Google Shape;147;p11"/>
              <p:cNvSpPr/>
              <p:nvPr/>
            </p:nvSpPr>
            <p:spPr>
              <a:xfrm flipH="1">
                <a:off x="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47" name="Google Shape;148;p11"/>
            <p:cNvGrpSpPr/>
            <p:nvPr/>
          </p:nvGrpSpPr>
          <p:grpSpPr>
            <a:xfrm>
              <a:off x="371520" y="4099320"/>
              <a:ext cx="231120" cy="1044000"/>
              <a:chOff x="371520" y="4099320"/>
              <a:chExt cx="231120" cy="1044000"/>
            </a:xfrm>
          </p:grpSpPr>
          <p:sp>
            <p:nvSpPr>
              <p:cNvPr id="48" name="Google Shape;149;p11"/>
              <p:cNvSpPr/>
              <p:nvPr/>
            </p:nvSpPr>
            <p:spPr>
              <a:xfrm flipH="1">
                <a:off x="37152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9" name="Google Shape;150;p11"/>
              <p:cNvSpPr/>
              <p:nvPr/>
            </p:nvSpPr>
            <p:spPr>
              <a:xfrm flipH="1">
                <a:off x="37152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0" name="Google Shape;151;p11"/>
              <p:cNvSpPr/>
              <p:nvPr/>
            </p:nvSpPr>
            <p:spPr>
              <a:xfrm flipH="1">
                <a:off x="37152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" name="Google Shape;152;p11"/>
              <p:cNvSpPr/>
              <p:nvPr/>
            </p:nvSpPr>
            <p:spPr>
              <a:xfrm flipH="1">
                <a:off x="371520" y="4099320"/>
                <a:ext cx="231120" cy="1044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" name="Google Shape;153;p11"/>
              <p:cNvSpPr/>
              <p:nvPr/>
            </p:nvSpPr>
            <p:spPr>
              <a:xfrm flipH="1">
                <a:off x="37152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53" name="Google Shape;154;p11"/>
            <p:cNvGrpSpPr/>
            <p:nvPr/>
          </p:nvGrpSpPr>
          <p:grpSpPr>
            <a:xfrm>
              <a:off x="742680" y="4309200"/>
              <a:ext cx="231120" cy="834120"/>
              <a:chOff x="742680" y="4309200"/>
              <a:chExt cx="231120" cy="834120"/>
            </a:xfrm>
          </p:grpSpPr>
          <p:sp>
            <p:nvSpPr>
              <p:cNvPr id="54" name="Google Shape;155;p11"/>
              <p:cNvSpPr/>
              <p:nvPr/>
            </p:nvSpPr>
            <p:spPr>
              <a:xfrm flipH="1">
                <a:off x="74268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" name="Google Shape;156;p11"/>
              <p:cNvSpPr/>
              <p:nvPr/>
            </p:nvSpPr>
            <p:spPr>
              <a:xfrm flipH="1">
                <a:off x="74268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6" name="Google Shape;157;p11"/>
              <p:cNvSpPr/>
              <p:nvPr/>
            </p:nvSpPr>
            <p:spPr>
              <a:xfrm flipH="1">
                <a:off x="74268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" name="Google Shape;158;p11"/>
              <p:cNvSpPr/>
              <p:nvPr/>
            </p:nvSpPr>
            <p:spPr>
              <a:xfrm flipH="1">
                <a:off x="74268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58" name="Google Shape;159;p11"/>
            <p:cNvGrpSpPr/>
            <p:nvPr/>
          </p:nvGrpSpPr>
          <p:grpSpPr>
            <a:xfrm>
              <a:off x="1114200" y="4519080"/>
              <a:ext cx="231120" cy="624240"/>
              <a:chOff x="1114200" y="4519080"/>
              <a:chExt cx="231120" cy="624240"/>
            </a:xfrm>
          </p:grpSpPr>
          <p:sp>
            <p:nvSpPr>
              <p:cNvPr id="59" name="Google Shape;160;p11"/>
              <p:cNvSpPr/>
              <p:nvPr/>
            </p:nvSpPr>
            <p:spPr>
              <a:xfrm flipH="1">
                <a:off x="111420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0" name="Google Shape;161;p11"/>
              <p:cNvSpPr/>
              <p:nvPr/>
            </p:nvSpPr>
            <p:spPr>
              <a:xfrm flipH="1">
                <a:off x="111420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" name="Google Shape;162;p11"/>
              <p:cNvSpPr/>
              <p:nvPr/>
            </p:nvSpPr>
            <p:spPr>
              <a:xfrm flipH="1">
                <a:off x="111420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62" name="Google Shape;163;p11"/>
            <p:cNvGrpSpPr/>
            <p:nvPr/>
          </p:nvGrpSpPr>
          <p:grpSpPr>
            <a:xfrm>
              <a:off x="1856880" y="4099320"/>
              <a:ext cx="231120" cy="1044000"/>
              <a:chOff x="1856880" y="4099320"/>
              <a:chExt cx="231120" cy="1044000"/>
            </a:xfrm>
          </p:grpSpPr>
          <p:sp>
            <p:nvSpPr>
              <p:cNvPr id="63" name="Google Shape;164;p11"/>
              <p:cNvSpPr/>
              <p:nvPr/>
            </p:nvSpPr>
            <p:spPr>
              <a:xfrm flipH="1">
                <a:off x="185688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4" name="Google Shape;165;p11"/>
              <p:cNvSpPr/>
              <p:nvPr/>
            </p:nvSpPr>
            <p:spPr>
              <a:xfrm flipH="1">
                <a:off x="185688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" name="Google Shape;166;p11"/>
              <p:cNvSpPr/>
              <p:nvPr/>
            </p:nvSpPr>
            <p:spPr>
              <a:xfrm flipH="1">
                <a:off x="185688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" name="Google Shape;167;p11"/>
              <p:cNvSpPr/>
              <p:nvPr/>
            </p:nvSpPr>
            <p:spPr>
              <a:xfrm flipH="1">
                <a:off x="1856880" y="4099320"/>
                <a:ext cx="231120" cy="1044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7" name="Google Shape;168;p11"/>
              <p:cNvSpPr/>
              <p:nvPr/>
            </p:nvSpPr>
            <p:spPr>
              <a:xfrm flipH="1">
                <a:off x="185688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68" name="Google Shape;169;p11"/>
            <p:cNvGrpSpPr/>
            <p:nvPr/>
          </p:nvGrpSpPr>
          <p:grpSpPr>
            <a:xfrm>
              <a:off x="2228040" y="4309200"/>
              <a:ext cx="231120" cy="834120"/>
              <a:chOff x="2228040" y="4309200"/>
              <a:chExt cx="231120" cy="834120"/>
            </a:xfrm>
          </p:grpSpPr>
          <p:sp>
            <p:nvSpPr>
              <p:cNvPr id="69" name="Google Shape;170;p11"/>
              <p:cNvSpPr/>
              <p:nvPr/>
            </p:nvSpPr>
            <p:spPr>
              <a:xfrm flipH="1">
                <a:off x="222804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" name="Google Shape;171;p11"/>
              <p:cNvSpPr/>
              <p:nvPr/>
            </p:nvSpPr>
            <p:spPr>
              <a:xfrm flipH="1">
                <a:off x="222804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" name="Google Shape;172;p11"/>
              <p:cNvSpPr/>
              <p:nvPr/>
            </p:nvSpPr>
            <p:spPr>
              <a:xfrm flipH="1">
                <a:off x="222804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2" name="Google Shape;173;p11"/>
              <p:cNvSpPr/>
              <p:nvPr/>
            </p:nvSpPr>
            <p:spPr>
              <a:xfrm flipH="1">
                <a:off x="222804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73" name="Google Shape;174;p11"/>
            <p:cNvGrpSpPr/>
            <p:nvPr/>
          </p:nvGrpSpPr>
          <p:grpSpPr>
            <a:xfrm>
              <a:off x="2599560" y="4519080"/>
              <a:ext cx="231120" cy="624240"/>
              <a:chOff x="2599560" y="4519080"/>
              <a:chExt cx="231120" cy="624240"/>
            </a:xfrm>
          </p:grpSpPr>
          <p:sp>
            <p:nvSpPr>
              <p:cNvPr id="74" name="Google Shape;175;p11"/>
              <p:cNvSpPr/>
              <p:nvPr/>
            </p:nvSpPr>
            <p:spPr>
              <a:xfrm flipH="1">
                <a:off x="259956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5" name="Google Shape;176;p11"/>
              <p:cNvSpPr/>
              <p:nvPr/>
            </p:nvSpPr>
            <p:spPr>
              <a:xfrm flipH="1">
                <a:off x="259956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6" name="Google Shape;177;p11"/>
              <p:cNvSpPr/>
              <p:nvPr/>
            </p:nvSpPr>
            <p:spPr>
              <a:xfrm flipH="1">
                <a:off x="259956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77" name="Google Shape;178;p11"/>
            <p:cNvGrpSpPr/>
            <p:nvPr/>
          </p:nvGrpSpPr>
          <p:grpSpPr>
            <a:xfrm>
              <a:off x="3342240" y="4099320"/>
              <a:ext cx="231120" cy="1044000"/>
              <a:chOff x="3342240" y="4099320"/>
              <a:chExt cx="231120" cy="1044000"/>
            </a:xfrm>
          </p:grpSpPr>
          <p:sp>
            <p:nvSpPr>
              <p:cNvPr id="78" name="Google Shape;179;p11"/>
              <p:cNvSpPr/>
              <p:nvPr/>
            </p:nvSpPr>
            <p:spPr>
              <a:xfrm flipH="1">
                <a:off x="334224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" name="Google Shape;180;p11"/>
              <p:cNvSpPr/>
              <p:nvPr/>
            </p:nvSpPr>
            <p:spPr>
              <a:xfrm flipH="1">
                <a:off x="334224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0" name="Google Shape;181;p11"/>
              <p:cNvSpPr/>
              <p:nvPr/>
            </p:nvSpPr>
            <p:spPr>
              <a:xfrm flipH="1">
                <a:off x="334224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1" name="Google Shape;182;p11"/>
              <p:cNvSpPr/>
              <p:nvPr/>
            </p:nvSpPr>
            <p:spPr>
              <a:xfrm flipH="1">
                <a:off x="3342240" y="4099320"/>
                <a:ext cx="231120" cy="1044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2" name="Google Shape;183;p11"/>
              <p:cNvSpPr/>
              <p:nvPr/>
            </p:nvSpPr>
            <p:spPr>
              <a:xfrm flipH="1">
                <a:off x="334224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83" name="Google Shape;184;p11"/>
            <p:cNvGrpSpPr/>
            <p:nvPr/>
          </p:nvGrpSpPr>
          <p:grpSpPr>
            <a:xfrm>
              <a:off x="3713400" y="4309200"/>
              <a:ext cx="231120" cy="834120"/>
              <a:chOff x="3713400" y="4309200"/>
              <a:chExt cx="231120" cy="834120"/>
            </a:xfrm>
          </p:grpSpPr>
          <p:sp>
            <p:nvSpPr>
              <p:cNvPr id="84" name="Google Shape;185;p11"/>
              <p:cNvSpPr/>
              <p:nvPr/>
            </p:nvSpPr>
            <p:spPr>
              <a:xfrm flipH="1">
                <a:off x="371340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5" name="Google Shape;186;p11"/>
              <p:cNvSpPr/>
              <p:nvPr/>
            </p:nvSpPr>
            <p:spPr>
              <a:xfrm flipH="1">
                <a:off x="371340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6" name="Google Shape;187;p11"/>
              <p:cNvSpPr/>
              <p:nvPr/>
            </p:nvSpPr>
            <p:spPr>
              <a:xfrm flipH="1">
                <a:off x="371340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7" name="Google Shape;188;p11"/>
              <p:cNvSpPr/>
              <p:nvPr/>
            </p:nvSpPr>
            <p:spPr>
              <a:xfrm flipH="1">
                <a:off x="371340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88" name="Google Shape;189;p11"/>
            <p:cNvGrpSpPr/>
            <p:nvPr/>
          </p:nvGrpSpPr>
          <p:grpSpPr>
            <a:xfrm>
              <a:off x="1485360" y="4309200"/>
              <a:ext cx="231120" cy="834120"/>
              <a:chOff x="1485360" y="4309200"/>
              <a:chExt cx="231120" cy="834120"/>
            </a:xfrm>
          </p:grpSpPr>
          <p:sp>
            <p:nvSpPr>
              <p:cNvPr id="89" name="Google Shape;190;p11"/>
              <p:cNvSpPr/>
              <p:nvPr/>
            </p:nvSpPr>
            <p:spPr>
              <a:xfrm flipH="1">
                <a:off x="148536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0" name="Google Shape;191;p11"/>
              <p:cNvSpPr/>
              <p:nvPr/>
            </p:nvSpPr>
            <p:spPr>
              <a:xfrm flipH="1">
                <a:off x="148536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1" name="Google Shape;192;p11"/>
              <p:cNvSpPr/>
              <p:nvPr/>
            </p:nvSpPr>
            <p:spPr>
              <a:xfrm flipH="1">
                <a:off x="148536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2" name="Google Shape;193;p11"/>
              <p:cNvSpPr/>
              <p:nvPr/>
            </p:nvSpPr>
            <p:spPr>
              <a:xfrm flipH="1">
                <a:off x="148536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93" name="Google Shape;194;p11"/>
            <p:cNvGrpSpPr/>
            <p:nvPr/>
          </p:nvGrpSpPr>
          <p:grpSpPr>
            <a:xfrm>
              <a:off x="4084920" y="4519080"/>
              <a:ext cx="231120" cy="624240"/>
              <a:chOff x="4084920" y="4519080"/>
              <a:chExt cx="231120" cy="624240"/>
            </a:xfrm>
          </p:grpSpPr>
          <p:sp>
            <p:nvSpPr>
              <p:cNvPr id="94" name="Google Shape;195;p11"/>
              <p:cNvSpPr/>
              <p:nvPr/>
            </p:nvSpPr>
            <p:spPr>
              <a:xfrm flipH="1">
                <a:off x="408492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5" name="Google Shape;196;p11"/>
              <p:cNvSpPr/>
              <p:nvPr/>
            </p:nvSpPr>
            <p:spPr>
              <a:xfrm flipH="1">
                <a:off x="408492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6" name="Google Shape;197;p11"/>
              <p:cNvSpPr/>
              <p:nvPr/>
            </p:nvSpPr>
            <p:spPr>
              <a:xfrm flipH="1">
                <a:off x="408492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97" name="Google Shape;198;p11"/>
            <p:cNvGrpSpPr/>
            <p:nvPr/>
          </p:nvGrpSpPr>
          <p:grpSpPr>
            <a:xfrm>
              <a:off x="2970720" y="4309200"/>
              <a:ext cx="231120" cy="834120"/>
              <a:chOff x="2970720" y="4309200"/>
              <a:chExt cx="231120" cy="834120"/>
            </a:xfrm>
          </p:grpSpPr>
          <p:sp>
            <p:nvSpPr>
              <p:cNvPr id="98" name="Google Shape;199;p11"/>
              <p:cNvSpPr/>
              <p:nvPr/>
            </p:nvSpPr>
            <p:spPr>
              <a:xfrm flipH="1">
                <a:off x="297072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9" name="Google Shape;200;p11"/>
              <p:cNvSpPr/>
              <p:nvPr/>
            </p:nvSpPr>
            <p:spPr>
              <a:xfrm flipH="1">
                <a:off x="297072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0" name="Google Shape;201;p11"/>
              <p:cNvSpPr/>
              <p:nvPr/>
            </p:nvSpPr>
            <p:spPr>
              <a:xfrm flipH="1">
                <a:off x="297072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1" name="Google Shape;202;p11"/>
              <p:cNvSpPr/>
              <p:nvPr/>
            </p:nvSpPr>
            <p:spPr>
              <a:xfrm flipH="1">
                <a:off x="297072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02" name="Google Shape;203;p11"/>
            <p:cNvGrpSpPr/>
            <p:nvPr/>
          </p:nvGrpSpPr>
          <p:grpSpPr>
            <a:xfrm>
              <a:off x="4456080" y="4309200"/>
              <a:ext cx="231120" cy="834120"/>
              <a:chOff x="4456080" y="4309200"/>
              <a:chExt cx="231120" cy="834120"/>
            </a:xfrm>
          </p:grpSpPr>
          <p:sp>
            <p:nvSpPr>
              <p:cNvPr id="103" name="Google Shape;204;p11"/>
              <p:cNvSpPr/>
              <p:nvPr/>
            </p:nvSpPr>
            <p:spPr>
              <a:xfrm flipH="1">
                <a:off x="445608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4" name="Google Shape;205;p11"/>
              <p:cNvSpPr/>
              <p:nvPr/>
            </p:nvSpPr>
            <p:spPr>
              <a:xfrm flipH="1">
                <a:off x="445608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5" name="Google Shape;206;p11"/>
              <p:cNvSpPr/>
              <p:nvPr/>
            </p:nvSpPr>
            <p:spPr>
              <a:xfrm flipH="1">
                <a:off x="445608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6" name="Google Shape;207;p11"/>
              <p:cNvSpPr/>
              <p:nvPr/>
            </p:nvSpPr>
            <p:spPr>
              <a:xfrm flipH="1">
                <a:off x="445608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07" name="Google Shape;208;p11"/>
            <p:cNvGrpSpPr/>
            <p:nvPr/>
          </p:nvGrpSpPr>
          <p:grpSpPr>
            <a:xfrm>
              <a:off x="4827600" y="4099320"/>
              <a:ext cx="231120" cy="1044000"/>
              <a:chOff x="4827600" y="4099320"/>
              <a:chExt cx="231120" cy="1044000"/>
            </a:xfrm>
          </p:grpSpPr>
          <p:sp>
            <p:nvSpPr>
              <p:cNvPr id="108" name="Google Shape;209;p11"/>
              <p:cNvSpPr/>
              <p:nvPr/>
            </p:nvSpPr>
            <p:spPr>
              <a:xfrm flipH="1">
                <a:off x="482760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9" name="Google Shape;210;p11"/>
              <p:cNvSpPr/>
              <p:nvPr/>
            </p:nvSpPr>
            <p:spPr>
              <a:xfrm flipH="1">
                <a:off x="482760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0" name="Google Shape;211;p11"/>
              <p:cNvSpPr/>
              <p:nvPr/>
            </p:nvSpPr>
            <p:spPr>
              <a:xfrm flipH="1">
                <a:off x="482760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1" name="Google Shape;212;p11"/>
              <p:cNvSpPr/>
              <p:nvPr/>
            </p:nvSpPr>
            <p:spPr>
              <a:xfrm flipH="1">
                <a:off x="4827600" y="4099320"/>
                <a:ext cx="231120" cy="1044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2" name="Google Shape;213;p11"/>
              <p:cNvSpPr/>
              <p:nvPr/>
            </p:nvSpPr>
            <p:spPr>
              <a:xfrm flipH="1">
                <a:off x="482760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13" name="Google Shape;214;p11"/>
            <p:cNvGrpSpPr/>
            <p:nvPr/>
          </p:nvGrpSpPr>
          <p:grpSpPr>
            <a:xfrm>
              <a:off x="5199120" y="4309200"/>
              <a:ext cx="231120" cy="834120"/>
              <a:chOff x="5199120" y="4309200"/>
              <a:chExt cx="231120" cy="834120"/>
            </a:xfrm>
          </p:grpSpPr>
          <p:sp>
            <p:nvSpPr>
              <p:cNvPr id="114" name="Google Shape;215;p11"/>
              <p:cNvSpPr/>
              <p:nvPr/>
            </p:nvSpPr>
            <p:spPr>
              <a:xfrm flipH="1">
                <a:off x="519912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5" name="Google Shape;216;p11"/>
              <p:cNvSpPr/>
              <p:nvPr/>
            </p:nvSpPr>
            <p:spPr>
              <a:xfrm flipH="1">
                <a:off x="519912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6" name="Google Shape;217;p11"/>
              <p:cNvSpPr/>
              <p:nvPr/>
            </p:nvSpPr>
            <p:spPr>
              <a:xfrm flipH="1">
                <a:off x="519912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7" name="Google Shape;218;p11"/>
              <p:cNvSpPr/>
              <p:nvPr/>
            </p:nvSpPr>
            <p:spPr>
              <a:xfrm flipH="1">
                <a:off x="519912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18" name="Google Shape;219;p11"/>
            <p:cNvGrpSpPr/>
            <p:nvPr/>
          </p:nvGrpSpPr>
          <p:grpSpPr>
            <a:xfrm>
              <a:off x="5570280" y="4519080"/>
              <a:ext cx="231120" cy="624240"/>
              <a:chOff x="5570280" y="4519080"/>
              <a:chExt cx="231120" cy="624240"/>
            </a:xfrm>
          </p:grpSpPr>
          <p:sp>
            <p:nvSpPr>
              <p:cNvPr id="119" name="Google Shape;220;p11"/>
              <p:cNvSpPr/>
              <p:nvPr/>
            </p:nvSpPr>
            <p:spPr>
              <a:xfrm flipH="1">
                <a:off x="557028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0" name="Google Shape;221;p11"/>
              <p:cNvSpPr/>
              <p:nvPr/>
            </p:nvSpPr>
            <p:spPr>
              <a:xfrm flipH="1">
                <a:off x="557028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1" name="Google Shape;222;p11"/>
              <p:cNvSpPr/>
              <p:nvPr/>
            </p:nvSpPr>
            <p:spPr>
              <a:xfrm flipH="1">
                <a:off x="557028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22" name="Google Shape;223;p11"/>
            <p:cNvGrpSpPr/>
            <p:nvPr/>
          </p:nvGrpSpPr>
          <p:grpSpPr>
            <a:xfrm>
              <a:off x="5941800" y="4309200"/>
              <a:ext cx="231120" cy="834120"/>
              <a:chOff x="5941800" y="4309200"/>
              <a:chExt cx="231120" cy="834120"/>
            </a:xfrm>
          </p:grpSpPr>
          <p:sp>
            <p:nvSpPr>
              <p:cNvPr id="123" name="Google Shape;224;p11"/>
              <p:cNvSpPr/>
              <p:nvPr/>
            </p:nvSpPr>
            <p:spPr>
              <a:xfrm flipH="1">
                <a:off x="594180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4" name="Google Shape;225;p11"/>
              <p:cNvSpPr/>
              <p:nvPr/>
            </p:nvSpPr>
            <p:spPr>
              <a:xfrm flipH="1">
                <a:off x="594180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5" name="Google Shape;226;p11"/>
              <p:cNvSpPr/>
              <p:nvPr/>
            </p:nvSpPr>
            <p:spPr>
              <a:xfrm flipH="1">
                <a:off x="594180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6" name="Google Shape;227;p11"/>
              <p:cNvSpPr/>
              <p:nvPr/>
            </p:nvSpPr>
            <p:spPr>
              <a:xfrm flipH="1">
                <a:off x="594180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27" name="Google Shape;228;p11"/>
            <p:cNvGrpSpPr/>
            <p:nvPr/>
          </p:nvGrpSpPr>
          <p:grpSpPr>
            <a:xfrm>
              <a:off x="6312960" y="4099320"/>
              <a:ext cx="231120" cy="1044000"/>
              <a:chOff x="6312960" y="4099320"/>
              <a:chExt cx="231120" cy="1044000"/>
            </a:xfrm>
          </p:grpSpPr>
          <p:sp>
            <p:nvSpPr>
              <p:cNvPr id="128" name="Google Shape;229;p11"/>
              <p:cNvSpPr/>
              <p:nvPr/>
            </p:nvSpPr>
            <p:spPr>
              <a:xfrm flipH="1">
                <a:off x="631296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9" name="Google Shape;230;p11"/>
              <p:cNvSpPr/>
              <p:nvPr/>
            </p:nvSpPr>
            <p:spPr>
              <a:xfrm flipH="1">
                <a:off x="631296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0" name="Google Shape;231;p11"/>
              <p:cNvSpPr/>
              <p:nvPr/>
            </p:nvSpPr>
            <p:spPr>
              <a:xfrm flipH="1">
                <a:off x="631296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1" name="Google Shape;232;p11"/>
              <p:cNvSpPr/>
              <p:nvPr/>
            </p:nvSpPr>
            <p:spPr>
              <a:xfrm flipH="1">
                <a:off x="6312960" y="4099320"/>
                <a:ext cx="231120" cy="1044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2" name="Google Shape;233;p11"/>
              <p:cNvSpPr/>
              <p:nvPr/>
            </p:nvSpPr>
            <p:spPr>
              <a:xfrm flipH="1">
                <a:off x="631296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33" name="Google Shape;234;p11"/>
            <p:cNvGrpSpPr/>
            <p:nvPr/>
          </p:nvGrpSpPr>
          <p:grpSpPr>
            <a:xfrm>
              <a:off x="6684480" y="4309200"/>
              <a:ext cx="231120" cy="834120"/>
              <a:chOff x="6684480" y="4309200"/>
              <a:chExt cx="231120" cy="834120"/>
            </a:xfrm>
          </p:grpSpPr>
          <p:sp>
            <p:nvSpPr>
              <p:cNvPr id="134" name="Google Shape;235;p11"/>
              <p:cNvSpPr/>
              <p:nvPr/>
            </p:nvSpPr>
            <p:spPr>
              <a:xfrm flipH="1">
                <a:off x="668448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5" name="Google Shape;236;p11"/>
              <p:cNvSpPr/>
              <p:nvPr/>
            </p:nvSpPr>
            <p:spPr>
              <a:xfrm flipH="1">
                <a:off x="668448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6" name="Google Shape;237;p11"/>
              <p:cNvSpPr/>
              <p:nvPr/>
            </p:nvSpPr>
            <p:spPr>
              <a:xfrm flipH="1">
                <a:off x="668448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7" name="Google Shape;238;p11"/>
              <p:cNvSpPr/>
              <p:nvPr/>
            </p:nvSpPr>
            <p:spPr>
              <a:xfrm flipH="1">
                <a:off x="668448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38" name="Google Shape;239;p11"/>
            <p:cNvGrpSpPr/>
            <p:nvPr/>
          </p:nvGrpSpPr>
          <p:grpSpPr>
            <a:xfrm>
              <a:off x="7055640" y="4519080"/>
              <a:ext cx="231120" cy="624240"/>
              <a:chOff x="7055640" y="4519080"/>
              <a:chExt cx="231120" cy="624240"/>
            </a:xfrm>
          </p:grpSpPr>
          <p:sp>
            <p:nvSpPr>
              <p:cNvPr id="139" name="Google Shape;240;p11"/>
              <p:cNvSpPr/>
              <p:nvPr/>
            </p:nvSpPr>
            <p:spPr>
              <a:xfrm flipH="1">
                <a:off x="705564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0" name="Google Shape;241;p11"/>
              <p:cNvSpPr/>
              <p:nvPr/>
            </p:nvSpPr>
            <p:spPr>
              <a:xfrm flipH="1">
                <a:off x="705564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1" name="Google Shape;242;p11"/>
              <p:cNvSpPr/>
              <p:nvPr/>
            </p:nvSpPr>
            <p:spPr>
              <a:xfrm flipH="1">
                <a:off x="705564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42" name="Google Shape;243;p11"/>
            <p:cNvGrpSpPr/>
            <p:nvPr/>
          </p:nvGrpSpPr>
          <p:grpSpPr>
            <a:xfrm>
              <a:off x="7798320" y="4099320"/>
              <a:ext cx="231120" cy="1044000"/>
              <a:chOff x="7798320" y="4099320"/>
              <a:chExt cx="231120" cy="1044000"/>
            </a:xfrm>
          </p:grpSpPr>
          <p:sp>
            <p:nvSpPr>
              <p:cNvPr id="143" name="Google Shape;244;p11"/>
              <p:cNvSpPr/>
              <p:nvPr/>
            </p:nvSpPr>
            <p:spPr>
              <a:xfrm flipH="1">
                <a:off x="779832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4" name="Google Shape;245;p11"/>
              <p:cNvSpPr/>
              <p:nvPr/>
            </p:nvSpPr>
            <p:spPr>
              <a:xfrm flipH="1">
                <a:off x="779832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5" name="Google Shape;246;p11"/>
              <p:cNvSpPr/>
              <p:nvPr/>
            </p:nvSpPr>
            <p:spPr>
              <a:xfrm flipH="1">
                <a:off x="779832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6" name="Google Shape;247;p11"/>
              <p:cNvSpPr/>
              <p:nvPr/>
            </p:nvSpPr>
            <p:spPr>
              <a:xfrm flipH="1">
                <a:off x="7798320" y="4099320"/>
                <a:ext cx="231120" cy="1044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7" name="Google Shape;248;p11"/>
              <p:cNvSpPr/>
              <p:nvPr/>
            </p:nvSpPr>
            <p:spPr>
              <a:xfrm flipH="1">
                <a:off x="779832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48" name="Google Shape;249;p11"/>
            <p:cNvGrpSpPr/>
            <p:nvPr/>
          </p:nvGrpSpPr>
          <p:grpSpPr>
            <a:xfrm>
              <a:off x="8169840" y="4309200"/>
              <a:ext cx="231120" cy="834120"/>
              <a:chOff x="8169840" y="4309200"/>
              <a:chExt cx="231120" cy="834120"/>
            </a:xfrm>
          </p:grpSpPr>
          <p:sp>
            <p:nvSpPr>
              <p:cNvPr id="149" name="Google Shape;250;p11"/>
              <p:cNvSpPr/>
              <p:nvPr/>
            </p:nvSpPr>
            <p:spPr>
              <a:xfrm flipH="1">
                <a:off x="816984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0" name="Google Shape;251;p11"/>
              <p:cNvSpPr/>
              <p:nvPr/>
            </p:nvSpPr>
            <p:spPr>
              <a:xfrm flipH="1">
                <a:off x="816984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1" name="Google Shape;252;p11"/>
              <p:cNvSpPr/>
              <p:nvPr/>
            </p:nvSpPr>
            <p:spPr>
              <a:xfrm flipH="1">
                <a:off x="816984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2" name="Google Shape;253;p11"/>
              <p:cNvSpPr/>
              <p:nvPr/>
            </p:nvSpPr>
            <p:spPr>
              <a:xfrm flipH="1">
                <a:off x="816984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53" name="Google Shape;254;p11"/>
            <p:cNvGrpSpPr/>
            <p:nvPr/>
          </p:nvGrpSpPr>
          <p:grpSpPr>
            <a:xfrm>
              <a:off x="7427160" y="4309200"/>
              <a:ext cx="231120" cy="834120"/>
              <a:chOff x="7427160" y="4309200"/>
              <a:chExt cx="231120" cy="834120"/>
            </a:xfrm>
          </p:grpSpPr>
          <p:sp>
            <p:nvSpPr>
              <p:cNvPr id="154" name="Google Shape;255;p11"/>
              <p:cNvSpPr/>
              <p:nvPr/>
            </p:nvSpPr>
            <p:spPr>
              <a:xfrm flipH="1">
                <a:off x="742716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5" name="Google Shape;256;p11"/>
              <p:cNvSpPr/>
              <p:nvPr/>
            </p:nvSpPr>
            <p:spPr>
              <a:xfrm flipH="1">
                <a:off x="742716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6" name="Google Shape;257;p11"/>
              <p:cNvSpPr/>
              <p:nvPr/>
            </p:nvSpPr>
            <p:spPr>
              <a:xfrm flipH="1">
                <a:off x="742716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7" name="Google Shape;258;p11"/>
              <p:cNvSpPr/>
              <p:nvPr/>
            </p:nvSpPr>
            <p:spPr>
              <a:xfrm flipH="1">
                <a:off x="742716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58" name="Google Shape;259;p11"/>
            <p:cNvGrpSpPr/>
            <p:nvPr/>
          </p:nvGrpSpPr>
          <p:grpSpPr>
            <a:xfrm>
              <a:off x="8541000" y="4519080"/>
              <a:ext cx="231120" cy="624240"/>
              <a:chOff x="8541000" y="4519080"/>
              <a:chExt cx="231120" cy="624240"/>
            </a:xfrm>
          </p:grpSpPr>
          <p:sp>
            <p:nvSpPr>
              <p:cNvPr id="159" name="Google Shape;260;p11"/>
              <p:cNvSpPr/>
              <p:nvPr/>
            </p:nvSpPr>
            <p:spPr>
              <a:xfrm flipH="1">
                <a:off x="854100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0" name="Google Shape;261;p11"/>
              <p:cNvSpPr/>
              <p:nvPr/>
            </p:nvSpPr>
            <p:spPr>
              <a:xfrm flipH="1">
                <a:off x="854100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1" name="Google Shape;262;p11"/>
              <p:cNvSpPr/>
              <p:nvPr/>
            </p:nvSpPr>
            <p:spPr>
              <a:xfrm flipH="1">
                <a:off x="854100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62" name="Google Shape;263;p11"/>
            <p:cNvGrpSpPr/>
            <p:nvPr/>
          </p:nvGrpSpPr>
          <p:grpSpPr>
            <a:xfrm>
              <a:off x="8912520" y="4309200"/>
              <a:ext cx="231120" cy="834120"/>
              <a:chOff x="8912520" y="4309200"/>
              <a:chExt cx="231120" cy="834120"/>
            </a:xfrm>
          </p:grpSpPr>
          <p:sp>
            <p:nvSpPr>
              <p:cNvPr id="163" name="Google Shape;264;p11"/>
              <p:cNvSpPr/>
              <p:nvPr/>
            </p:nvSpPr>
            <p:spPr>
              <a:xfrm flipH="1">
                <a:off x="8912520" y="4728600"/>
                <a:ext cx="231120" cy="4147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4" name="Google Shape;265;p11"/>
              <p:cNvSpPr/>
              <p:nvPr/>
            </p:nvSpPr>
            <p:spPr>
              <a:xfrm flipH="1">
                <a:off x="8912520" y="4309200"/>
                <a:ext cx="231120" cy="8341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5" name="Google Shape;266;p11"/>
              <p:cNvSpPr/>
              <p:nvPr/>
            </p:nvSpPr>
            <p:spPr>
              <a:xfrm flipH="1">
                <a:off x="8912520" y="4519080"/>
                <a:ext cx="231120" cy="6242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6" name="Google Shape;267;p11"/>
              <p:cNvSpPr/>
              <p:nvPr/>
            </p:nvSpPr>
            <p:spPr>
              <a:xfrm flipH="1">
                <a:off x="8912520" y="4938480"/>
                <a:ext cx="231120" cy="20484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1388520" y="772560"/>
            <a:ext cx="6366600" cy="186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IN" sz="8000" spc="-1" strike="noStrike">
                <a:solidFill>
                  <a:schemeClr val="lt1"/>
                </a:solidFill>
                <a:latin typeface="Maven Pro"/>
                <a:ea typeface="Maven Pro"/>
              </a:rPr>
              <a:t>xx%</a:t>
            </a:r>
            <a:endParaRPr b="0" lang="en-IN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1388520" y="2712240"/>
            <a:ext cx="6366600" cy="11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6891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2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900" spc="-1" strike="noStrike">
                <a:solidFill>
                  <a:schemeClr val="lt1"/>
                </a:solidFill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99429D-A6B2-41D7-A757-E40E34C1474F}" type="slidenum">
              <a:rPr b="0" lang="en" sz="900" spc="-1" strike="noStrike">
                <a:solidFill>
                  <a:schemeClr val="lt1"/>
                </a:solidFill>
                <a:latin typeface="Nunito"/>
                <a:ea typeface="Nunito"/>
              </a:rPr>
              <a:t>&lt;number&gt;</a:t>
            </a:fld>
            <a:endParaRPr b="0" lang="en-IN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Num" idx="3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900" spc="-1" strike="noStrike">
                <a:solidFill>
                  <a:schemeClr val="dk2"/>
                </a:solidFill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C70D70-1264-4490-B867-73FC6E83C901}" type="slidenum">
              <a:rPr b="0" lang="en" sz="900" spc="-1" strike="noStrike">
                <a:solidFill>
                  <a:schemeClr val="dk2"/>
                </a:solidFill>
                <a:latin typeface="Nunito"/>
                <a:ea typeface="Nunito"/>
              </a:rPr>
              <a:t>&lt;number&gt;</a:t>
            </a:fld>
            <a:endParaRPr b="0" lang="en-IN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50;p3"/>
          <p:cNvGrpSpPr/>
          <p:nvPr/>
        </p:nvGrpSpPr>
        <p:grpSpPr>
          <a:xfrm>
            <a:off x="147240" y="3600"/>
            <a:ext cx="1232640" cy="1384200"/>
            <a:chOff x="147240" y="3600"/>
            <a:chExt cx="1232640" cy="1384200"/>
          </a:xfrm>
        </p:grpSpPr>
        <p:grpSp>
          <p:nvGrpSpPr>
            <p:cNvPr id="172" name="Google Shape;51;p3"/>
            <p:cNvGrpSpPr/>
            <p:nvPr/>
          </p:nvGrpSpPr>
          <p:grpSpPr>
            <a:xfrm>
              <a:off x="1063440" y="3600"/>
              <a:ext cx="316440" cy="688320"/>
              <a:chOff x="1063440" y="3600"/>
              <a:chExt cx="316440" cy="688320"/>
            </a:xfrm>
          </p:grpSpPr>
          <p:sp>
            <p:nvSpPr>
              <p:cNvPr id="173" name="Google Shape;52;p3"/>
              <p:cNvSpPr/>
              <p:nvPr/>
            </p:nvSpPr>
            <p:spPr>
              <a:xfrm rot="10800000">
                <a:off x="1063440" y="3600"/>
                <a:ext cx="316440" cy="6883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4" name="Google Shape;53;p3"/>
              <p:cNvSpPr/>
              <p:nvPr/>
            </p:nvSpPr>
            <p:spPr>
              <a:xfrm rot="10800000">
                <a:off x="1063440" y="3600"/>
                <a:ext cx="316440" cy="340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75" name="Google Shape;54;p3"/>
            <p:cNvGrpSpPr/>
            <p:nvPr/>
          </p:nvGrpSpPr>
          <p:grpSpPr>
            <a:xfrm>
              <a:off x="605160" y="3600"/>
              <a:ext cx="316440" cy="1036440"/>
              <a:chOff x="605160" y="3600"/>
              <a:chExt cx="316440" cy="1036440"/>
            </a:xfrm>
          </p:grpSpPr>
          <p:sp>
            <p:nvSpPr>
              <p:cNvPr id="176" name="Google Shape;55;p3"/>
              <p:cNvSpPr/>
              <p:nvPr/>
            </p:nvSpPr>
            <p:spPr>
              <a:xfrm rot="10800000">
                <a:off x="605160" y="3600"/>
                <a:ext cx="316440" cy="6883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7" name="Google Shape;56;p3"/>
              <p:cNvSpPr/>
              <p:nvPr/>
            </p:nvSpPr>
            <p:spPr>
              <a:xfrm rot="10800000">
                <a:off x="605160" y="3960"/>
                <a:ext cx="316440" cy="1036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8" name="Google Shape;57;p3"/>
              <p:cNvSpPr/>
              <p:nvPr/>
            </p:nvSpPr>
            <p:spPr>
              <a:xfrm rot="10800000">
                <a:off x="605160" y="3600"/>
                <a:ext cx="316440" cy="340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79" name="Google Shape;58;p3"/>
            <p:cNvGrpSpPr/>
            <p:nvPr/>
          </p:nvGrpSpPr>
          <p:grpSpPr>
            <a:xfrm>
              <a:off x="147240" y="3600"/>
              <a:ext cx="316440" cy="1384200"/>
              <a:chOff x="147240" y="3600"/>
              <a:chExt cx="316440" cy="1384200"/>
            </a:xfrm>
          </p:grpSpPr>
          <p:sp>
            <p:nvSpPr>
              <p:cNvPr id="180" name="Google Shape;59;p3"/>
              <p:cNvSpPr/>
              <p:nvPr/>
            </p:nvSpPr>
            <p:spPr>
              <a:xfrm rot="10800000">
                <a:off x="147240" y="3600"/>
                <a:ext cx="316440" cy="6883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1" name="Google Shape;60;p3"/>
              <p:cNvSpPr/>
              <p:nvPr/>
            </p:nvSpPr>
            <p:spPr>
              <a:xfrm rot="10800000">
                <a:off x="147240" y="3600"/>
                <a:ext cx="316440" cy="1384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2" name="Google Shape;61;p3"/>
              <p:cNvSpPr/>
              <p:nvPr/>
            </p:nvSpPr>
            <p:spPr>
              <a:xfrm rot="10800000">
                <a:off x="147240" y="3960"/>
                <a:ext cx="316440" cy="103608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3" name="Google Shape;62;p3"/>
              <p:cNvSpPr/>
              <p:nvPr/>
            </p:nvSpPr>
            <p:spPr>
              <a:xfrm rot="10800000">
                <a:off x="147240" y="3600"/>
                <a:ext cx="316440" cy="340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grpSp>
        <p:nvGrpSpPr>
          <p:cNvPr id="184" name="Google Shape;63;p3"/>
          <p:cNvGrpSpPr/>
          <p:nvPr/>
        </p:nvGrpSpPr>
        <p:grpSpPr>
          <a:xfrm>
            <a:off x="6775200" y="2904120"/>
            <a:ext cx="2185920" cy="2239200"/>
            <a:chOff x="6775200" y="2904120"/>
            <a:chExt cx="2185920" cy="2239200"/>
          </a:xfrm>
        </p:grpSpPr>
        <p:grpSp>
          <p:nvGrpSpPr>
            <p:cNvPr id="185" name="Google Shape;64;p3"/>
            <p:cNvGrpSpPr/>
            <p:nvPr/>
          </p:nvGrpSpPr>
          <p:grpSpPr>
            <a:xfrm>
              <a:off x="6775200" y="4253760"/>
              <a:ext cx="409320" cy="889560"/>
              <a:chOff x="6775200" y="4253760"/>
              <a:chExt cx="409320" cy="889560"/>
            </a:xfrm>
          </p:grpSpPr>
          <p:sp>
            <p:nvSpPr>
              <p:cNvPr id="186" name="Google Shape;65;p3"/>
              <p:cNvSpPr/>
              <p:nvPr/>
            </p:nvSpPr>
            <p:spPr>
              <a:xfrm>
                <a:off x="6775200" y="4253760"/>
                <a:ext cx="409320" cy="88956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7" name="Google Shape;66;p3"/>
              <p:cNvSpPr/>
              <p:nvPr/>
            </p:nvSpPr>
            <p:spPr>
              <a:xfrm>
                <a:off x="6775200" y="4703400"/>
                <a:ext cx="409320" cy="4399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88" name="Google Shape;67;p3"/>
            <p:cNvGrpSpPr/>
            <p:nvPr/>
          </p:nvGrpSpPr>
          <p:grpSpPr>
            <a:xfrm>
              <a:off x="7367400" y="3804120"/>
              <a:ext cx="409320" cy="1339200"/>
              <a:chOff x="7367400" y="3804120"/>
              <a:chExt cx="409320" cy="1339200"/>
            </a:xfrm>
          </p:grpSpPr>
          <p:sp>
            <p:nvSpPr>
              <p:cNvPr id="189" name="Google Shape;68;p3"/>
              <p:cNvSpPr/>
              <p:nvPr/>
            </p:nvSpPr>
            <p:spPr>
              <a:xfrm>
                <a:off x="7367400" y="4253760"/>
                <a:ext cx="409320" cy="88956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0" name="Google Shape;69;p3"/>
              <p:cNvSpPr/>
              <p:nvPr/>
            </p:nvSpPr>
            <p:spPr>
              <a:xfrm>
                <a:off x="7367400" y="3804120"/>
                <a:ext cx="409320" cy="1339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1" name="Google Shape;70;p3"/>
              <p:cNvSpPr/>
              <p:nvPr/>
            </p:nvSpPr>
            <p:spPr>
              <a:xfrm>
                <a:off x="7367400" y="4703400"/>
                <a:ext cx="409320" cy="4399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92" name="Google Shape;71;p3"/>
            <p:cNvGrpSpPr/>
            <p:nvPr/>
          </p:nvGrpSpPr>
          <p:grpSpPr>
            <a:xfrm>
              <a:off x="7959600" y="3354120"/>
              <a:ext cx="409320" cy="1789200"/>
              <a:chOff x="7959600" y="3354120"/>
              <a:chExt cx="409320" cy="1789200"/>
            </a:xfrm>
          </p:grpSpPr>
          <p:sp>
            <p:nvSpPr>
              <p:cNvPr id="193" name="Google Shape;72;p3"/>
              <p:cNvSpPr/>
              <p:nvPr/>
            </p:nvSpPr>
            <p:spPr>
              <a:xfrm>
                <a:off x="7959600" y="4253760"/>
                <a:ext cx="409320" cy="88956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4" name="Google Shape;73;p3"/>
              <p:cNvSpPr/>
              <p:nvPr/>
            </p:nvSpPr>
            <p:spPr>
              <a:xfrm>
                <a:off x="7959600" y="3354120"/>
                <a:ext cx="409320" cy="1789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5" name="Google Shape;74;p3"/>
              <p:cNvSpPr/>
              <p:nvPr/>
            </p:nvSpPr>
            <p:spPr>
              <a:xfrm>
                <a:off x="7959600" y="3804120"/>
                <a:ext cx="409320" cy="1339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6" name="Google Shape;75;p3"/>
              <p:cNvSpPr/>
              <p:nvPr/>
            </p:nvSpPr>
            <p:spPr>
              <a:xfrm>
                <a:off x="7959600" y="4703400"/>
                <a:ext cx="409320" cy="4399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97" name="Google Shape;76;p3"/>
            <p:cNvGrpSpPr/>
            <p:nvPr/>
          </p:nvGrpSpPr>
          <p:grpSpPr>
            <a:xfrm>
              <a:off x="8551800" y="2904120"/>
              <a:ext cx="409320" cy="2239200"/>
              <a:chOff x="8551800" y="2904120"/>
              <a:chExt cx="409320" cy="2239200"/>
            </a:xfrm>
          </p:grpSpPr>
          <p:sp>
            <p:nvSpPr>
              <p:cNvPr id="198" name="Google Shape;77;p3"/>
              <p:cNvSpPr/>
              <p:nvPr/>
            </p:nvSpPr>
            <p:spPr>
              <a:xfrm>
                <a:off x="8551800" y="4253760"/>
                <a:ext cx="409320" cy="88956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9" name="Google Shape;78;p3"/>
              <p:cNvSpPr/>
              <p:nvPr/>
            </p:nvSpPr>
            <p:spPr>
              <a:xfrm>
                <a:off x="8551800" y="3354120"/>
                <a:ext cx="409320" cy="1789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0" name="Google Shape;79;p3"/>
              <p:cNvSpPr/>
              <p:nvPr/>
            </p:nvSpPr>
            <p:spPr>
              <a:xfrm>
                <a:off x="8551800" y="3804120"/>
                <a:ext cx="409320" cy="1339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1" name="Google Shape;80;p3"/>
              <p:cNvSpPr/>
              <p:nvPr/>
            </p:nvSpPr>
            <p:spPr>
              <a:xfrm>
                <a:off x="8551800" y="2904120"/>
                <a:ext cx="409320" cy="2239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2" name="Google Shape;81;p3"/>
              <p:cNvSpPr/>
              <p:nvPr/>
            </p:nvSpPr>
            <p:spPr>
              <a:xfrm>
                <a:off x="8551800" y="4703400"/>
                <a:ext cx="409320" cy="43992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824040" y="1613880"/>
            <a:ext cx="5857560" cy="187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IN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sldNum" idx="4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900" spc="-1" strike="noStrike">
                <a:solidFill>
                  <a:schemeClr val="lt1"/>
                </a:solidFill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228E59-A1D9-4E4E-9B9C-2FB46EC9245B}" type="slidenum">
              <a:rPr b="0" lang="en" sz="900" spc="-1" strike="noStrike">
                <a:solidFill>
                  <a:schemeClr val="lt1"/>
                </a:solidFill>
                <a:latin typeface="Nunito"/>
                <a:ea typeface="Nunito"/>
              </a:rPr>
              <a:t>&lt;number&gt;</a:t>
            </a:fld>
            <a:endParaRPr b="0" lang="en-IN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85;p4"/>
          <p:cNvGrpSpPr/>
          <p:nvPr/>
        </p:nvGrpSpPr>
        <p:grpSpPr>
          <a:xfrm>
            <a:off x="626040" y="299520"/>
            <a:ext cx="999000" cy="999000"/>
            <a:chOff x="626040" y="299520"/>
            <a:chExt cx="999000" cy="999000"/>
          </a:xfrm>
        </p:grpSpPr>
        <p:sp>
          <p:nvSpPr>
            <p:cNvPr id="206" name="Google Shape;86;p4"/>
            <p:cNvSpPr/>
            <p:nvPr/>
          </p:nvSpPr>
          <p:spPr>
            <a:xfrm rot="16200000">
              <a:off x="828720" y="502560"/>
              <a:ext cx="593640" cy="59364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7" name="Google Shape;87;p4"/>
            <p:cNvSpPr/>
            <p:nvPr/>
          </p:nvSpPr>
          <p:spPr>
            <a:xfrm rot="16200000">
              <a:off x="626040" y="299520"/>
              <a:ext cx="999000" cy="9990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99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1303920" y="1990080"/>
            <a:ext cx="7030080" cy="254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5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900" spc="-1" strike="noStrike">
                <a:solidFill>
                  <a:schemeClr val="dk2"/>
                </a:solidFill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949916-F12D-40F9-9573-1C18715DACA1}" type="slidenum">
              <a:rPr b="0" lang="en" sz="900" spc="-1" strike="noStrike">
                <a:solidFill>
                  <a:schemeClr val="dk2"/>
                </a:solidFill>
                <a:latin typeface="Nunito"/>
                <a:ea typeface="Nunito"/>
              </a:rPr>
              <a:t>&lt;number&gt;</a:t>
            </a:fld>
            <a:endParaRPr b="0" lang="en-IN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92;p5"/>
          <p:cNvGrpSpPr/>
          <p:nvPr/>
        </p:nvGrpSpPr>
        <p:grpSpPr>
          <a:xfrm>
            <a:off x="626040" y="299520"/>
            <a:ext cx="999000" cy="999000"/>
            <a:chOff x="626040" y="299520"/>
            <a:chExt cx="999000" cy="999000"/>
          </a:xfrm>
        </p:grpSpPr>
        <p:sp>
          <p:nvSpPr>
            <p:cNvPr id="214" name="Google Shape;93;p5"/>
            <p:cNvSpPr/>
            <p:nvPr/>
          </p:nvSpPr>
          <p:spPr>
            <a:xfrm rot="16200000">
              <a:off x="828720" y="502560"/>
              <a:ext cx="593640" cy="59364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5" name="Google Shape;94;p5"/>
            <p:cNvSpPr/>
            <p:nvPr/>
          </p:nvSpPr>
          <p:spPr>
            <a:xfrm rot="16200000">
              <a:off x="626040" y="299520"/>
              <a:ext cx="999000" cy="9990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99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1303920" y="1990080"/>
            <a:ext cx="3430080" cy="254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684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4903560" y="1990080"/>
            <a:ext cx="3430080" cy="254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684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sldNum" idx="6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900" spc="-1" strike="noStrike">
                <a:solidFill>
                  <a:schemeClr val="dk2"/>
                </a:solidFill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55D404-579B-4B59-9AF1-96F5CFA8C13F}" type="slidenum">
              <a:rPr b="0" lang="en" sz="900" spc="-1" strike="noStrike">
                <a:solidFill>
                  <a:schemeClr val="dk2"/>
                </a:solidFill>
                <a:latin typeface="Nunito"/>
                <a:ea typeface="Nunito"/>
              </a:rPr>
              <a:t>&lt;number&gt;</a:t>
            </a:fld>
            <a:endParaRPr b="0" lang="en-IN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100;p6"/>
          <p:cNvGrpSpPr/>
          <p:nvPr/>
        </p:nvGrpSpPr>
        <p:grpSpPr>
          <a:xfrm>
            <a:off x="626040" y="299520"/>
            <a:ext cx="999000" cy="999000"/>
            <a:chOff x="626040" y="299520"/>
            <a:chExt cx="999000" cy="999000"/>
          </a:xfrm>
        </p:grpSpPr>
        <p:sp>
          <p:nvSpPr>
            <p:cNvPr id="224" name="Google Shape;101;p6"/>
            <p:cNvSpPr/>
            <p:nvPr/>
          </p:nvSpPr>
          <p:spPr>
            <a:xfrm rot="16200000">
              <a:off x="828720" y="502560"/>
              <a:ext cx="593640" cy="59364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5" name="Google Shape;102;p6"/>
            <p:cNvSpPr/>
            <p:nvPr/>
          </p:nvSpPr>
          <p:spPr>
            <a:xfrm rot="16200000">
              <a:off x="626040" y="299520"/>
              <a:ext cx="999000" cy="9990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99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sldNum" idx="7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900" spc="-1" strike="noStrike">
                <a:solidFill>
                  <a:schemeClr val="dk2"/>
                </a:solidFill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7E5AA30-9A05-489C-BC66-73E4C1EEDF7C}" type="slidenum">
              <a:rPr b="0" lang="en" sz="900" spc="-1" strike="noStrike">
                <a:solidFill>
                  <a:schemeClr val="dk2"/>
                </a:solidFill>
                <a:latin typeface="Nunito"/>
                <a:ea typeface="Nunito"/>
              </a:rPr>
              <a:t>&lt;number&gt;</a:t>
            </a:fld>
            <a:endParaRPr b="0" lang="en-IN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106;p7"/>
          <p:cNvGrpSpPr/>
          <p:nvPr/>
        </p:nvGrpSpPr>
        <p:grpSpPr>
          <a:xfrm>
            <a:off x="626040" y="299520"/>
            <a:ext cx="999000" cy="999000"/>
            <a:chOff x="626040" y="299520"/>
            <a:chExt cx="999000" cy="999000"/>
          </a:xfrm>
        </p:grpSpPr>
        <p:sp>
          <p:nvSpPr>
            <p:cNvPr id="230" name="Google Shape;107;p7"/>
            <p:cNvSpPr/>
            <p:nvPr/>
          </p:nvSpPr>
          <p:spPr>
            <a:xfrm rot="16200000">
              <a:off x="828720" y="502560"/>
              <a:ext cx="593640" cy="59364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1" name="Google Shape;108;p7"/>
            <p:cNvSpPr/>
            <p:nvPr/>
          </p:nvSpPr>
          <p:spPr>
            <a:xfrm rot="16200000">
              <a:off x="626040" y="299520"/>
              <a:ext cx="999000" cy="9990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3311640" cy="158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1303920" y="2309760"/>
            <a:ext cx="3311640" cy="222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995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8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900" spc="-1" strike="noStrike">
                <a:solidFill>
                  <a:schemeClr val="dk2"/>
                </a:solidFill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A2E7F8-EB35-47CF-9830-9F6654C35207}" type="slidenum">
              <a:rPr b="0" lang="en" sz="900" spc="-1" strike="noStrike">
                <a:solidFill>
                  <a:schemeClr val="dk2"/>
                </a:solidFill>
                <a:latin typeface="Nunito"/>
                <a:ea typeface="Nunito"/>
              </a:rPr>
              <a:t>&lt;number&gt;</a:t>
            </a:fld>
            <a:endParaRPr b="0" lang="en-IN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113;p8"/>
          <p:cNvGrpSpPr/>
          <p:nvPr/>
        </p:nvGrpSpPr>
        <p:grpSpPr>
          <a:xfrm>
            <a:off x="6866640" y="1800"/>
            <a:ext cx="2267280" cy="2601000"/>
            <a:chOff x="6866640" y="1800"/>
            <a:chExt cx="2267280" cy="2601000"/>
          </a:xfrm>
        </p:grpSpPr>
        <p:grpSp>
          <p:nvGrpSpPr>
            <p:cNvPr id="236" name="Google Shape;114;p8"/>
            <p:cNvGrpSpPr/>
            <p:nvPr/>
          </p:nvGrpSpPr>
          <p:grpSpPr>
            <a:xfrm>
              <a:off x="7144200" y="1800"/>
              <a:ext cx="1989720" cy="1989720"/>
              <a:chOff x="7144200" y="1800"/>
              <a:chExt cx="1989720" cy="1989720"/>
            </a:xfrm>
          </p:grpSpPr>
          <p:sp>
            <p:nvSpPr>
              <p:cNvPr id="237" name="Google Shape;115;p8"/>
              <p:cNvSpPr/>
              <p:nvPr/>
            </p:nvSpPr>
            <p:spPr>
              <a:xfrm rot="12952200">
                <a:off x="7670520" y="528120"/>
                <a:ext cx="936720" cy="936720"/>
              </a:xfrm>
              <a:prstGeom prst="ellipse">
                <a:avLst/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8" name="Google Shape;116;p8"/>
              <p:cNvSpPr/>
              <p:nvPr/>
            </p:nvSpPr>
            <p:spPr>
              <a:xfrm rot="12952200">
                <a:off x="7670520" y="528120"/>
                <a:ext cx="936720" cy="936720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39" name="Google Shape;117;p8"/>
              <p:cNvSpPr/>
              <p:nvPr/>
            </p:nvSpPr>
            <p:spPr>
              <a:xfrm rot="12951000">
                <a:off x="7426440" y="284040"/>
                <a:ext cx="1425240" cy="1424880"/>
              </a:xfrm>
              <a:prstGeom prst="ellipse">
                <a:avLst/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40" name="Google Shape;118;p8"/>
            <p:cNvGrpSpPr/>
            <p:nvPr/>
          </p:nvGrpSpPr>
          <p:grpSpPr>
            <a:xfrm>
              <a:off x="8283600" y="1807920"/>
              <a:ext cx="794520" cy="794880"/>
              <a:chOff x="8283600" y="1807920"/>
              <a:chExt cx="794520" cy="794880"/>
            </a:xfrm>
          </p:grpSpPr>
          <p:sp>
            <p:nvSpPr>
              <p:cNvPr id="241" name="Google Shape;119;p8"/>
              <p:cNvSpPr/>
              <p:nvPr/>
            </p:nvSpPr>
            <p:spPr>
              <a:xfrm rot="2152200">
                <a:off x="8395920" y="1920600"/>
                <a:ext cx="569160" cy="569160"/>
              </a:xfrm>
              <a:prstGeom prst="ellipse">
                <a:avLst/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2" name="Google Shape;120;p8"/>
              <p:cNvSpPr/>
              <p:nvPr/>
            </p:nvSpPr>
            <p:spPr>
              <a:xfrm rot="2150400">
                <a:off x="8484480" y="2008440"/>
                <a:ext cx="392760" cy="392760"/>
              </a:xfrm>
              <a:prstGeom prst="ellipse">
                <a:avLst/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3" name="Google Shape;121;p8"/>
              <p:cNvSpPr/>
              <p:nvPr/>
            </p:nvSpPr>
            <p:spPr>
              <a:xfrm rot="2150400">
                <a:off x="8484480" y="2008440"/>
                <a:ext cx="392760" cy="392760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44" name="Google Shape;122;p8"/>
            <p:cNvGrpSpPr/>
            <p:nvPr/>
          </p:nvGrpSpPr>
          <p:grpSpPr>
            <a:xfrm>
              <a:off x="6866640" y="118800"/>
              <a:ext cx="548280" cy="548280"/>
              <a:chOff x="6866640" y="118800"/>
              <a:chExt cx="548280" cy="548280"/>
            </a:xfrm>
          </p:grpSpPr>
          <p:sp>
            <p:nvSpPr>
              <p:cNvPr id="245" name="Google Shape;123;p8"/>
              <p:cNvSpPr/>
              <p:nvPr/>
            </p:nvSpPr>
            <p:spPr>
              <a:xfrm rot="2150400">
                <a:off x="6944400" y="196560"/>
                <a:ext cx="392760" cy="392760"/>
              </a:xfrm>
              <a:prstGeom prst="ellipse">
                <a:avLst/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6" name="Google Shape;124;p8"/>
              <p:cNvSpPr/>
              <p:nvPr/>
            </p:nvSpPr>
            <p:spPr>
              <a:xfrm rot="2150400">
                <a:off x="6944400" y="196560"/>
                <a:ext cx="392760" cy="392760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IN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824040" y="763560"/>
            <a:ext cx="5857560" cy="357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IN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sldNum" idx="9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900" spc="-1" strike="noStrike">
                <a:solidFill>
                  <a:schemeClr val="lt1"/>
                </a:solidFill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F59AF8-EF20-4A3F-9640-64E27A400042}" type="slidenum">
              <a:rPr b="0" lang="en" sz="900" spc="-1" strike="noStrike">
                <a:solidFill>
                  <a:schemeClr val="lt1"/>
                </a:solidFill>
                <a:latin typeface="Nunito"/>
                <a:ea typeface="Nunito"/>
              </a:rPr>
              <a:t>&lt;number&gt;</a:t>
            </a:fld>
            <a:endParaRPr b="0" lang="en-IN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128;p9"/>
          <p:cNvGrpSpPr/>
          <p:nvPr/>
        </p:nvGrpSpPr>
        <p:grpSpPr>
          <a:xfrm>
            <a:off x="626040" y="299520"/>
            <a:ext cx="999000" cy="999000"/>
            <a:chOff x="626040" y="299520"/>
            <a:chExt cx="999000" cy="999000"/>
          </a:xfrm>
        </p:grpSpPr>
        <p:sp>
          <p:nvSpPr>
            <p:cNvPr id="250" name="Google Shape;129;p9"/>
            <p:cNvSpPr/>
            <p:nvPr/>
          </p:nvSpPr>
          <p:spPr>
            <a:xfrm rot="16200000">
              <a:off x="828720" y="502560"/>
              <a:ext cx="593640" cy="59364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1" name="Google Shape;130;p9"/>
            <p:cNvSpPr/>
            <p:nvPr/>
          </p:nvSpPr>
          <p:spPr>
            <a:xfrm rot="16200000">
              <a:off x="626040" y="299520"/>
              <a:ext cx="999000" cy="9990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3430080" cy="1989720"/>
          </a:xfrm>
          <a:prstGeom prst="rect">
            <a:avLst/>
          </a:prstGeom>
          <a:noFill/>
          <a:ln w="9360">
            <a:solidFill>
              <a:schemeClr val="lt1"/>
            </a:solidFill>
            <a:round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4903560" y="660960"/>
            <a:ext cx="3430080" cy="3870360"/>
          </a:xfrm>
          <a:prstGeom prst="rect">
            <a:avLst/>
          </a:prstGeom>
          <a:noFill/>
          <a:ln w="9360">
            <a:solidFill>
              <a:schemeClr val="lt1"/>
            </a:solidFill>
            <a:round/>
          </a:ln>
        </p:spPr>
        <p:txBody>
          <a:bodyPr lIns="91440" rIns="91440" tIns="91440" bIns="91440" anchor="t">
            <a:normAutofit fontScale="97609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10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900" spc="-1" strike="noStrike">
                <a:solidFill>
                  <a:schemeClr val="dk2"/>
                </a:solidFill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083585-1798-48FC-8D17-2401DF27EAA0}" type="slidenum">
              <a:rPr b="0" lang="en" sz="900" spc="-1" strike="noStrike">
                <a:solidFill>
                  <a:schemeClr val="dk2"/>
                </a:solidFill>
                <a:latin typeface="Nunito"/>
                <a:ea typeface="Nunito"/>
              </a:rPr>
              <a:t>&lt;number&gt;</a:t>
            </a:fld>
            <a:endParaRPr b="0" lang="en-IN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136;p10"/>
          <p:cNvGrpSpPr/>
          <p:nvPr/>
        </p:nvGrpSpPr>
        <p:grpSpPr>
          <a:xfrm>
            <a:off x="713520" y="3847320"/>
            <a:ext cx="825120" cy="825120"/>
            <a:chOff x="713520" y="3847320"/>
            <a:chExt cx="825120" cy="825120"/>
          </a:xfrm>
        </p:grpSpPr>
        <p:sp>
          <p:nvSpPr>
            <p:cNvPr id="256" name="Google Shape;137;p10"/>
            <p:cNvSpPr/>
            <p:nvPr/>
          </p:nvSpPr>
          <p:spPr>
            <a:xfrm rot="16200000">
              <a:off x="880920" y="4014720"/>
              <a:ext cx="490320" cy="49032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7" name="Google Shape;138;p10"/>
            <p:cNvSpPr/>
            <p:nvPr/>
          </p:nvSpPr>
          <p:spPr>
            <a:xfrm rot="16200000">
              <a:off x="713520" y="3847320"/>
              <a:ext cx="825120" cy="82512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IN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58" name="PlaceHolder 1"/>
          <p:cNvSpPr>
            <a:spLocks noGrp="1"/>
          </p:cNvSpPr>
          <p:nvPr>
            <p:ph type="body"/>
          </p:nvPr>
        </p:nvSpPr>
        <p:spPr>
          <a:xfrm>
            <a:off x="1303920" y="4138920"/>
            <a:ext cx="5842800" cy="53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074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sldNum" idx="11"/>
          </p:nvPr>
        </p:nvSpPr>
        <p:spPr>
          <a:xfrm>
            <a:off x="8451000" y="47368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900" spc="-1" strike="noStrike">
                <a:solidFill>
                  <a:schemeClr val="dk2"/>
                </a:solidFill>
                <a:latin typeface="Nunito"/>
                <a:ea typeface="Nuni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226C8D-0A38-4049-B727-D43189037C74}" type="slidenum">
              <a:rPr b="0" lang="en" sz="900" spc="-1" strike="noStrike">
                <a:solidFill>
                  <a:schemeClr val="dk2"/>
                </a:solidFill>
                <a:latin typeface="Nunito"/>
                <a:ea typeface="Nunito"/>
              </a:rPr>
              <a:t>&lt;number&gt;</a:t>
            </a:fld>
            <a:endParaRPr b="0" lang="en-IN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824040" y="189360"/>
            <a:ext cx="8029440" cy="140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500" lnSpcReduction="10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 u="sng">
                <a:solidFill>
                  <a:srgbClr val="002f4a"/>
                </a:solidFill>
                <a:uFillTx/>
                <a:latin typeface="Merriweather"/>
                <a:ea typeface="Merriweather"/>
              </a:rPr>
              <a:t>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020" spc="-1" strike="noStrike" u="sng">
                <a:solidFill>
                  <a:schemeClr val="lt1"/>
                </a:solidFill>
                <a:uFillTx/>
                <a:latin typeface="Maven Pro"/>
                <a:ea typeface="Maven Pro"/>
              </a:rPr>
              <a:t>Camellia Institute Of  Technology</a:t>
            </a:r>
            <a:endParaRPr b="0" lang="en-IN" sz="202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02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020" spc="-1" strike="noStrike">
                <a:solidFill>
                  <a:schemeClr val="lt1"/>
                </a:solidFill>
                <a:latin typeface="Maven Pro"/>
                <a:ea typeface="Maven Pro"/>
              </a:rPr>
              <a:t>Personalised mental health assistant app With AI-Powered chatbot(Neuro AI)</a:t>
            </a:r>
            <a:endParaRPr b="0" lang="en-IN" sz="202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subTitle"/>
          </p:nvPr>
        </p:nvSpPr>
        <p:spPr>
          <a:xfrm>
            <a:off x="824040" y="1868040"/>
            <a:ext cx="6235200" cy="282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 u="sng">
                <a:solidFill>
                  <a:schemeClr val="lt1"/>
                </a:solidFill>
                <a:uFillTx/>
                <a:latin typeface="Maven Pro Medium"/>
                <a:ea typeface="Maven Pro Medium"/>
              </a:rPr>
              <a:t>Presented By:-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chemeClr val="lt1"/>
                </a:solidFill>
                <a:latin typeface="Maven Pro Medium"/>
                <a:ea typeface="Maven Pro Medium"/>
              </a:rPr>
              <a:t>Name - Mahvish Ruhi, Roll: 23000121025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chemeClr val="lt1"/>
                </a:solidFill>
                <a:latin typeface="Maven Pro Medium"/>
                <a:ea typeface="Maven Pro Medium"/>
              </a:rPr>
              <a:t>Name - Sayan Bhattacharya, Roll : 23000122060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chemeClr val="lt1"/>
                </a:solidFill>
                <a:latin typeface="Maven Pro Medium"/>
                <a:ea typeface="Maven Pro Medium"/>
              </a:rPr>
              <a:t>Name - Prantik Ghosh, Roll: 23000122059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chemeClr val="lt1"/>
                </a:solidFill>
                <a:latin typeface="Maven Pro Medium"/>
                <a:ea typeface="Maven Pro Medium"/>
              </a:rPr>
              <a:t>Name - Sanchita Kar,  Roll: 23000121019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chemeClr val="lt1"/>
                </a:solidFill>
                <a:latin typeface="Maven Pro Medium"/>
                <a:ea typeface="Maven Pro Medium"/>
              </a:rPr>
              <a:t>Name -  Arghyakamal Ghosh, Roll: 23000121026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52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chemeClr val="dk2"/>
                </a:solidFill>
                <a:latin typeface="Maven Pro"/>
                <a:ea typeface="Maven Pro"/>
              </a:rPr>
              <a:t>OBJECTIVE :-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1303920" y="1254960"/>
            <a:ext cx="7030080" cy="327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2400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●"/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To provide an automated platform for mental health assessments.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●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To offer tailored mental health recommendations based on user inputs.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●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To integrate an AI-powered chatbot for empathetic and meaningful interactions.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●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To ensure user data security and privacy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5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chemeClr val="dk2"/>
                </a:solidFill>
                <a:latin typeface="Maven Pro"/>
                <a:ea typeface="Maven Pro"/>
              </a:rPr>
              <a:t>LITERATURE Survey :-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1303920" y="1309320"/>
            <a:ext cx="7030080" cy="32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Existing solutions rely on manual evaluations or generic recommendations.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marL="914400"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Challenges: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Lack of personalized assessments.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Limited use of conversational AI in mental health.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Key Findings: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AI chatbots improve accessibility and engagement for mental health support.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Open-source NLP models like DialoGPT and Rasa have potential for empathetic responses.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81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5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chemeClr val="dk2"/>
                </a:solidFill>
                <a:latin typeface="Maven Pro"/>
                <a:ea typeface="Maven Pro"/>
              </a:rPr>
              <a:t>TOOLS AND TECHNOLOGIES :-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/>
          </p:nvPr>
        </p:nvSpPr>
        <p:spPr>
          <a:xfrm>
            <a:off x="1303920" y="1374480"/>
            <a:ext cx="7030080" cy="344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0700"/>
          </a:bodyPr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Backend: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Django (Python)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REST Framework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SQLite3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Frontend: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React.js + Vite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Tailwind CSS, DaisyUI for design components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Express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CORS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AI: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Hugging Face Transformers (DialoGPT)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Rasa (Optional)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Other Tools: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Postman (API testing)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Git (Version Control)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81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49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chemeClr val="dk2"/>
                </a:solidFill>
                <a:latin typeface="Maven Pro"/>
                <a:ea typeface="Maven Pro"/>
              </a:rPr>
              <a:t>SYSTEM ARCHITECTURE :-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1303920" y="1244160"/>
            <a:ext cx="7030080" cy="351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Backend: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Handles user registration, login, responses, and AI chatbot APIs.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marL="1371600"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Frontend: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React-based UI for seamless user interaction.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marL="1371600"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AI Module: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Processes user queries and provides meaningful responses via pretrained models.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Database: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Stores user data, responses, and logs for analytics.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81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chemeClr val="dk2"/>
                </a:solidFill>
                <a:latin typeface="Maven Pro"/>
                <a:ea typeface="Maven Pro"/>
              </a:rPr>
              <a:t>BACKEND IMPLEMENTATION :-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/>
          </p:nvPr>
        </p:nvSpPr>
        <p:spPr>
          <a:xfrm>
            <a:off x="1303920" y="1352880"/>
            <a:ext cx="7030080" cy="372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Developed using Django and Django REST Framework.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Key modules: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User management (JWT-based authentication).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Mental health questionnaire API.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AI chatbot integration.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Example Code: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9996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Cambria"/>
              <a:buChar char=" "/>
              <a:tabLst>
                <a:tab algn="l" pos="0"/>
              </a:tabLst>
            </a:pPr>
            <a:r>
              <a:rPr b="0" lang="en" sz="1500" spc="-1" strike="noStrike">
                <a:solidFill>
                  <a:srgbClr val="007020"/>
                </a:solidFill>
                <a:latin typeface="Maven Pro Medium"/>
                <a:ea typeface="Maven Pro Medium"/>
              </a:rPr>
              <a:t>class</a:t>
            </a: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 AIChatView(APIView):</a:t>
            </a:r>
            <a:br>
              <a:rPr sz="1500"/>
            </a:b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    </a:t>
            </a:r>
            <a:r>
              <a:rPr b="0" lang="en" sz="1500" spc="-1" strike="noStrike">
                <a:solidFill>
                  <a:srgbClr val="007020"/>
                </a:solidFill>
                <a:latin typeface="Maven Pro Medium"/>
                <a:ea typeface="Maven Pro Medium"/>
              </a:rPr>
              <a:t>def</a:t>
            </a: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 post(</a:t>
            </a:r>
            <a:r>
              <a:rPr b="0" lang="en" sz="1500" spc="-1" strike="noStrike">
                <a:solidFill>
                  <a:srgbClr val="19177c"/>
                </a:solidFill>
                <a:latin typeface="Maven Pro Medium"/>
                <a:ea typeface="Maven Pro Medium"/>
              </a:rPr>
              <a:t>self</a:t>
            </a: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, request):</a:t>
            </a:r>
            <a:br>
              <a:rPr sz="1500"/>
            </a:b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        user_message </a:t>
            </a:r>
            <a:r>
              <a:rPr b="0" lang="en" sz="1500" spc="-1" strike="noStrike">
                <a:solidFill>
                  <a:srgbClr val="666666"/>
                </a:solidFill>
                <a:latin typeface="Maven Pro Medium"/>
                <a:ea typeface="Maven Pro Medium"/>
              </a:rPr>
              <a:t>=</a:t>
            </a: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 request.data.get(</a:t>
            </a:r>
            <a:r>
              <a:rPr b="0" lang="en" sz="1500" spc="-1" strike="noStrike">
                <a:solidFill>
                  <a:srgbClr val="4070a0"/>
                </a:solidFill>
                <a:latin typeface="Maven Pro Medium"/>
                <a:ea typeface="Maven Pro Medium"/>
              </a:rPr>
              <a:t>"message"</a:t>
            </a: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, </a:t>
            </a:r>
            <a:r>
              <a:rPr b="0" lang="en" sz="1500" spc="-1" strike="noStrike">
                <a:solidFill>
                  <a:srgbClr val="4070a0"/>
                </a:solidFill>
                <a:latin typeface="Maven Pro Medium"/>
                <a:ea typeface="Maven Pro Medium"/>
              </a:rPr>
              <a:t>""</a:t>
            </a: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)</a:t>
            </a:r>
            <a:br>
              <a:rPr sz="1500"/>
            </a:b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        ai_response </a:t>
            </a:r>
            <a:r>
              <a:rPr b="0" lang="en" sz="1500" spc="-1" strike="noStrike">
                <a:solidFill>
                  <a:srgbClr val="666666"/>
                </a:solidFill>
                <a:latin typeface="Maven Pro Medium"/>
                <a:ea typeface="Maven Pro Medium"/>
              </a:rPr>
              <a:t>=</a:t>
            </a: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 assistant.get_response(user_message)</a:t>
            </a:r>
            <a:br>
              <a:rPr sz="1500"/>
            </a:b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        </a:t>
            </a:r>
            <a:r>
              <a:rPr b="0" lang="en" sz="1500" spc="-1" strike="noStrike">
                <a:solidFill>
                  <a:srgbClr val="007020"/>
                </a:solidFill>
                <a:latin typeface="Maven Pro Medium"/>
                <a:ea typeface="Maven Pro Medium"/>
              </a:rPr>
              <a:t>return</a:t>
            </a: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 Response({</a:t>
            </a:r>
            <a:r>
              <a:rPr b="0" lang="en" sz="1500" spc="-1" strike="noStrike">
                <a:solidFill>
                  <a:srgbClr val="4070a0"/>
                </a:solidFill>
                <a:latin typeface="Maven Pro Medium"/>
                <a:ea typeface="Maven Pro Medium"/>
              </a:rPr>
              <a:t>"response"</a:t>
            </a: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: ai_response})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5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chemeClr val="dk2"/>
                </a:solidFill>
                <a:latin typeface="Maven Pro"/>
                <a:ea typeface="Maven Pro"/>
              </a:rPr>
              <a:t>AI CHATBOT COMPONENTS:-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1303920" y="1341720"/>
            <a:ext cx="7030080" cy="365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Model: DialoGPT from Hugging Face Transformers.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Functionality: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Generates responses to user queries in real-time.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Provides empathetic and supportive interactions.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marL="1371600"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Integration: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API-based interaction between frontend and backend.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Example Flow: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AutoNum type="arabicPeriod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User sends a message via the frontend.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AutoNum type="arabicPeriod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Backend processes the message using the AI model.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AutoNum type="arabicPeriod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AI generates a response and sends it back to the frontend.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81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50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chemeClr val="dk2"/>
                </a:solidFill>
                <a:latin typeface="Maven Pro"/>
                <a:ea typeface="Maven Pro"/>
              </a:rPr>
              <a:t>FRONTEND OVERVIEW :-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/>
          </p:nvPr>
        </p:nvSpPr>
        <p:spPr>
          <a:xfrm>
            <a:off x="1303920" y="1298520"/>
            <a:ext cx="7030080" cy="369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Developed using React.js, Express, CORS.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Features: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Responsive design for multiple devices.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TailwindCSS and DaisyUI for clean and modern aesthetics.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User-friendly interface for questionnaire and chatbot interaction.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Workflow: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User inputs are captured via forms and chat components.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API integration for backend communication.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81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49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chemeClr val="dk2"/>
                </a:solidFill>
                <a:latin typeface="Maven Pro"/>
                <a:ea typeface="Maven Pro"/>
              </a:rPr>
              <a:t>TESTING AND RESULTS :-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1303920" y="1287360"/>
            <a:ext cx="7030080" cy="362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Testing: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Unit testing for backend modules.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Integration testing for API and frontend communication.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Manual testing for chatbot responses.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Results: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Accurate recommendations for user responses.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Chatbot shows empathetic interactions.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Fast and reliable performance in real-time use cases.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81"/>
              </a:spcBef>
              <a:buNone/>
              <a:tabLst>
                <a:tab algn="l" pos="0"/>
              </a:tabLst>
            </a:pP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1303920" y="598680"/>
            <a:ext cx="7030080" cy="50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chemeClr val="dk2"/>
                </a:solidFill>
                <a:latin typeface="Maven Pro"/>
                <a:ea typeface="Maven Pro"/>
              </a:rPr>
              <a:t>CONCLUSION AND FUTURE SCOPE:-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1303920" y="1254960"/>
            <a:ext cx="7030080" cy="369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Conclusion: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The project automates mental health assessments.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AI chatbot improves accessibility and user engagement.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Secure and scalable design for real-world deployment.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1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Future Scope: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Expand dataset for more diverse and accurate responses.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Integrate machine learning for advanced recommendations.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399960">
              <a:lnSpc>
                <a:spcPct val="100000"/>
              </a:lnSpc>
              <a:spcBef>
                <a:spcPts val="181"/>
              </a:spcBef>
              <a:buClr>
                <a:srgbClr val="000000"/>
              </a:buClr>
              <a:buFont typeface="Maven Pro Medium"/>
              <a:buChar char="•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aven Pro Medium"/>
                <a:ea typeface="Maven Pro Medium"/>
              </a:rPr>
              <a:t>Add multi-language support for global accessibility.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901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2025-01-19T20:25:31Z</dcterms:modified>
  <cp:revision>4</cp:revision>
  <dc:subject/>
  <dc:title/>
</cp:coreProperties>
</file>